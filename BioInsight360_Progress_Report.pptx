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BioInsight 360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Multi-Method Consensus RNA-Seq Analysis Platform</a:t>
            </a:r>
          </a:p>
          <a:p>
            <a:r>
              <a:t>Project Progress &amp; Completion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Current Challenge: Standard RNA-Seq analysis requires complex setups (R/Python) and often relies on single statistical pipelines, introducing bias.</a:t>
            </a:r>
          </a:p>
          <a:p>
            <a:pPr>
              <a:defRPr sz="2000"/>
            </a:pPr>
            <a:r>
              <a:t>Privacy Concerns: Researchers frequently have to upload sensitive genomic data to third-party servers.</a:t>
            </a:r>
          </a:p>
          <a:p>
            <a:pPr>
              <a:defRPr sz="2000"/>
            </a:pPr>
            <a:r>
              <a:t>Our Solution: BioInsight 360 is a 100% browser-based, privacy-first, multi-method consensus RNA-Seq analysis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Innovation (Zero-Backend)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100% Client-Side execution: No Python, R, or cloud compute backend required.</a:t>
            </a:r>
          </a:p>
          <a:p>
            <a:pPr>
              <a:defRPr sz="2000"/>
            </a:pPr>
            <a:r>
              <a:t>Custom Statistical Engine built from scratch in highly-optimized JavaScript.</a:t>
            </a:r>
          </a:p>
          <a:p>
            <a:pPr>
              <a:defRPr sz="2000"/>
            </a:pPr>
            <a:r>
              <a:t>Includes full math implementations for PCA, Welch's t-test, Mann-Whitney U, Benjamini-Hochberg FDR, and Hypergeometric distribution.</a:t>
            </a:r>
          </a:p>
          <a:p>
            <a:pPr>
              <a:defRPr sz="2000"/>
            </a:pPr>
            <a:r>
              <a:t>Privacy-First: Data is processed securely on the user's local machine; no data ever leaves their laptop.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Ingestion &amp; QC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Seamless Local Uploads: Parses massive CSV/TSV matrices and automatically decompresses .gz files.</a:t>
            </a:r>
          </a:p>
          <a:p>
            <a:pPr>
              <a:defRPr sz="2000"/>
            </a:pPr>
            <a:r>
              <a:t>Public Data Integration: Fetches and imports supplementary files directly from NCBI GEO via accession ID.</a:t>
            </a:r>
          </a:p>
          <a:p>
            <a:pPr>
              <a:defRPr sz="2000"/>
            </a:pPr>
            <a:r>
              <a:t>Comprehensive QC Suite:</a:t>
            </a:r>
          </a:p>
          <a:p>
            <a:pPr>
              <a:defRPr sz="2000"/>
            </a:pPr>
            <a:r>
              <a:t>  - Interactive Principal Component Analysis (PCA) for batch effect detection.</a:t>
            </a:r>
          </a:p>
          <a:p>
            <a:pPr>
              <a:defRPr sz="2000"/>
            </a:pPr>
            <a:r>
              <a:t>  - Sample-to-Sample Spearman Correlation Heatmaps.</a:t>
            </a:r>
          </a:p>
          <a:p>
            <a:pPr>
              <a:defRPr sz="2000"/>
            </a:pPr>
            <a:r>
              <a:t>  - Outlier detection for library size and gene detection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Innovation: Consensus 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Runs 6 distinct pipelines simultaneously in milliseconds.</a:t>
            </a:r>
          </a:p>
          <a:p>
            <a:pPr>
              <a:defRPr sz="2000"/>
            </a:pPr>
            <a:r>
              <a:t>Combines 3 Normalizations (CPM, Upper Quartile, Median of Ratios) with 2 Statistical Tests (Welch's &amp; Mann-Whitney U).</a:t>
            </a:r>
          </a:p>
          <a:p>
            <a:pPr>
              <a:defRPr sz="2000"/>
            </a:pPr>
            <a:r>
              <a:t>Genes are scored by Consensus (High Confidence, Moderate Confidence, Method Sensitive).</a:t>
            </a:r>
          </a:p>
          <a:p>
            <a:pPr>
              <a:defRPr sz="2000"/>
            </a:pPr>
            <a:r>
              <a:t>Inter-rater Agreement: Automatically calculates Fleiss' Kappa to quantify statistical agreement across pipelines.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Visualizations &amp;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Dynamic Graphics: UpSet Plots, Consensus Volcano Plots, and Jaccard Similarity Matrices.</a:t>
            </a:r>
          </a:p>
          <a:p>
            <a:pPr>
              <a:defRPr sz="2000"/>
            </a:pPr>
            <a:r>
              <a:t>Real-time visual updates as users adjust p-value and log2FC thresholds.</a:t>
            </a:r>
          </a:p>
          <a:p>
            <a:pPr>
              <a:defRPr sz="2000"/>
            </a:pPr>
            <a:r>
              <a:t>Integrated Pathway Analysis: On-the-fly Gene Ontology (GO) Enrichment using custom hypergeometric testing.</a:t>
            </a:r>
          </a:p>
          <a:p>
            <a:pPr>
              <a:defRPr sz="2000"/>
            </a:pPr>
            <a:r>
              <a:t>Dashboard Mode: Users can skip raw counts and directly upload outputs from DESeq2, edgeR, and limma.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Status: Version 1.0 (MVP) is 100% Complete and successfully deployed to Vercel.</a:t>
            </a:r>
          </a:p>
          <a:p>
            <a:pPr>
              <a:defRPr sz="2000"/>
            </a:pPr>
            <a:r>
              <a:t>Performance: The mathematical engine scales to handle tens of thousands of genes seamlessly in the browser.</a:t>
            </a:r>
          </a:p>
          <a:p>
            <a:pPr>
              <a:defRPr sz="2000"/>
            </a:pPr>
            <a:r>
              <a:t>Next Steps:</a:t>
            </a:r>
          </a:p>
          <a:p>
            <a:pPr>
              <a:defRPr sz="2000"/>
            </a:pPr>
            <a:r>
              <a:t>  - Gather feedback from lab members using real datasets.</a:t>
            </a:r>
          </a:p>
          <a:p>
            <a:pPr>
              <a:defRPr sz="2000"/>
            </a:pPr>
            <a:r>
              <a:t>  - Publish the tool as a novel, zero-backend web application for the bioinformatics community.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