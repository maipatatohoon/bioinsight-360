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FE8F2B6-467E-4D99-B198-5827857DF61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text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689FCDE-6AF1-4300-9913-C668AB63F1B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5A37D3B-D619-4865-A608-790B096C5F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DB9960-9BDF-497F-BD84-165CB6FF5D3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A42A9DB-C3F2-443B-8B53-5FA3F8E1EED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F4C37EB-9DF4-4BC8-86E5-523B38159C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798E6FA-525C-411C-B80C-A2A7C437D6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A68CD32-C481-4D51-BA08-996BF51AA3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06AC59-4B62-4911-BC2E-342E0B307C3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A66141-FF24-4CF3-8362-06D8267175A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3E31EB-7FAA-4807-8697-4C121E501F5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BioInsight 360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IN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Frontend &amp; UI/UX Development</a:t>
            </a:r>
            <a:endParaRPr lang="en-IN" sz="3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IN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Progress Report</a:t>
            </a:r>
            <a:endParaRPr lang="en-IN" sz="3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BioInsight 360 - Frontend Interface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Project Vision &amp; Goals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Goal: To build a browser-based, privacy-first, multi-method consensus RNA-Seq analysis platform.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Current Challenge: Existing tools have outdated interfaces and require complex programming setups.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Our Approach: Start by building a modern, highly interactive, and responsive web interface that researchers actually enjoy using.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Frontend Development: 100% Complete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Modern Tech Stack: Built using Next.js and React for lightning-fast performance.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Responsive Design: UI scales perfectly across laptops, desktops, and large monitors.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Glassmorphism Aesthetics: Implemented a premium, modern design language with custom CSS.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Client-Side Architecture: Fully established the framework to handle everything entirely in the browser for maximum privacy.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Key Pages &amp; UI Components Completed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Landing Page: Welcoming interface with clear navigation and project overview.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 Upload Portal: Drag-and-drop interface ready to accept CSV/TSV and .gz files.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Interactive Dashboards: Built the UI shells for Quality Control, Consensus Analysis, and Pathway Analysis.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Visualization Containers: Setup responsive grids and cards to host future Plotly.js charts (Volcano plots, Heatmaps).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Routing &amp; Data Flow Framework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Seamless Navigation: Users can transition between Upload -&gt; QC -&gt; Consensus without page reloads.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Session Management: Implemented Next.js routing and browser SessionStorage limits.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Error Handling UI: Built loading spinners, error banners, and success toasts to guide the user experience.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Next Steps involve connecting the raw data processing logic into these completed UI components.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Upcoming Milestones (Next Phase)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Now that the complete Frontend shell is built, we are moving to the computational phase: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- Integrate the Statistical Engine (Welch's &amp; Mann-Whitney U tests).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- Implement the JavaScript Math Algorithms for PCA and Normalizations.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- Connect the Consensus Logic to the UI Dashboards.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- Finalize interactive chart rendering with real datasets.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Application>LibreOffice/26.2.5.2$Linux_X86_64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2026-09-01T09:45:34Z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